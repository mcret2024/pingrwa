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Real-World Asset Tokenization on Solana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+ 유저 가이드 · 2026.04.25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 / Table of 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7개 섹션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516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516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장부형 시스템 · 자산 라이프사이클 · 주요 메뉴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0" y="182880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44602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4460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입금/출금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23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입금 · 토큰 입금 · 출금 신청 · 승인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0" y="24231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0403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등록 + 모금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3017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생성 · 공개 · 전자계약 · 모금 참여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0" y="30175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6347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분배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3611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 토큰 발행 · 민트 주소 등록 · 클레임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98480" y="361188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2291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+ 스테이킹 + AMM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206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오더북 거래 · 이자 정산 · AMM 자동매수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98480" y="42062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8234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8234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4800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정산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63440" y="4800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매각 실행 · 유저 USDT 교환 · 손실 처리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98480" y="480060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3492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541782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417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280160" y="5394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/ 보안 / 부가기능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663440" y="5394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· OTP/KYC · 다국어 · 다중지갑 · 감사로그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98480" y="53949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장부형 시스템과 자산 라이프사이클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시스템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장부형(전산) 시스템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RECON RWA는 장부 기반으로 운영됩니다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84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장부 시스템이란?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입금 = 관리자가 솔라나스캔 확인 후 수동 승인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분배 = DB 기록만 (실제 SPL 토큰 보유는 PLATFORM_AMM_ADDRESS)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= 오더북에서 USDT/토큰 잔고가 DB 상에서 이동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정산 = vault USDT 풀이 DB에 저장되며, 유저가 토큰 입금 시 차감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92024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84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 필수 규칙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유저는 반드시 사이트의 입금 버튼으로 입금해야 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외부 지갑에서 USDT/자산을 보내면 입금자 인식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관리자는 솔라나스캔에서 입금 주소·수량·시간 확인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메모는 유저 측에서도 보임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1338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97680"/>
            <a:ext cx="11338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622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메뉴 (관리자)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89204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· 부동산 자산 등록/관리 · 문서 관리 · 매각 관리 · 스테이킹 설정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관리 · 단체 메일 발송 · 추천인 관리 · 입금 승인 · 출금 신청 · 토큰 출금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입출금 내역 · 전자계약 관리 · 환경설정 (FX·OTP·KYC·AMM) · 실시간 환율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시스템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라이프사이클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→ 공개 → 모금 → 매입 → 분배 → 운영 → 매각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56816" y="2075688"/>
            <a:ext cx="137160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is_public=1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84448" y="2075688"/>
            <a:ext cx="137160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모집중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2075688"/>
            <a:ext cx="137160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85816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BUYING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구매진행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9712" y="2075688"/>
            <a:ext cx="137160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3448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DISTRIBUTING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분배중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67344" y="2075688"/>
            <a:ext cx="137160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94976" y="2075688"/>
            <a:ext cx="137160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68712" y="18288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68712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9536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자산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87168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체크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raised ≥ 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(자동)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42432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민트 입력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Distribute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70064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전환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(선택)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97696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 Execute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(비가역)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57600"/>
            <a:ext cx="36576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822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전환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5800" y="425196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FUNDING → BUYING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(모집액 ≥ 목표액)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SOLD → 매각(완료)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(vault 100% 소진)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97680" y="365760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3657600"/>
            <a:ext cx="3657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822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비가역 액션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26280" y="425196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분배 시작 (BUYING → DISTRIBUTING)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모금 취소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 Execute (→ SOLD)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거래·스테이킹 영구 중단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38160" y="365760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657600"/>
            <a:ext cx="36576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3822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가능 단계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366760" y="425196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TRADEABLE_STATUSES =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[DISTRIBUTING, OPERATING]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단계에서만 오더북 거래 +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스테이킹 + 이자 클레임 가능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입금 / 출금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USDT·토큰 입금 승인과 출금 처리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입금/출금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입금 (유저 → 플랫폼)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사이트의 입금 버튼으로만 인식됩니다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유저가 입금 페이지 접속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deposit.html → 입금 버튼 클릭 → 표시된 관리자 입금 주소로 USDT 전송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 트랜잭션 완료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Phantom/Solflare 등 지갑에서 SPL Transfer 서명 → 블록체인 컨펌 대기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005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승인 페이지 진입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입금 승인 관리 → 신규 입금 요청 자동 표시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솔라나스캔 검증 후 승인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입금자 지갑/수량/시간 일치 확인 → 승인 → 유저 잔고 자동 반영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주의 사항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6520" y="2423160"/>
            <a:ext cx="51206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[X] 외부 지갑(거래소·OTC)에서 직접 송금 → 인식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[X] 관리자 입금 주소를 우회해서 보내면 환불 어려움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[O] 반드시 사이트의 입금 버튼을 통해서만 진행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[O] 트랜잭션 컨펌 후 관리자 승인까지 보통 5~30분 소요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[O] 관리자 메모는 유저 화면에도 표시되므로 신중히 작성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5897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솔라나스캔 확인 항목: 송신자 주소 / USDT 수량 / 트랜잭션 시간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입금/출금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출금 (플랫폼 → 유저)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서명으로 솔라나 트랜잭션 발송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출금 신청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withdraw.html → 출금 수량 입력 → OTP 인증 → 신청 등록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044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검토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출금 신청 (USDT) → 신청 목록 확인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096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Phantom 연결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출금 처리 지갑(환경설정에 등록된 주소)으로 Phantom 연결 필수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5148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서명 후 송금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440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출금건 승인 클릭 → Phantom 서명 → 솔라나 트랜잭션 완료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출금 수수료 정책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환경설정에서 두 가지 모드 중 선택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① 고정 USDT (예: 1 USDT 차감)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② 비율 % (예: 신청 수량 × 1.5%)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출금: 신청 수량에서 직접 차감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출금: 별도 USDT 잔고에서 차감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 입력 차단 (관리자가 - 값 설정 불가)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출금 처리 지갑 ≠ 입금 전용 지갑 권장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입금/출금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입금/출금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지갑으로 보유 자산 토큰 송수신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입금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지갑에 보관 중인 자산 토큰을 사이트로 입금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deposit.html → 토큰 선택 → 표시된 주소로 SPL Transfer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토큰 입금 승인에서 검증 후 승인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시 유저의 holdings.balance_token 증가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이때부터 거래·스테이킹 가능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출금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토큰을 외부 지갑으로 송신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withdraw.html → 토큰 선택 → 수량/대상 주소 입력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OTP 인증 후 신청 등록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토큰 출금 관리 → Phantom 서명 후 송금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시 holdings에서 토큰 차감 (승인 전까지 lock)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등록 + 모금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 등록부터 전자계약 모금까지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자산 + 모금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등록 (5단계)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부동산 자산 등록/관리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자산명·코드(RSD001 등)·종류·목표액·정산통화·APR·수수료·공급량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862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업로드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1546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이미지 + 토큰 이미지 (자산 상세 페이지에서 노출)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73075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핵심정보 등록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위치·면적·평가가·임대료 등 (asset_key_info DB 저장)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45994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업로드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892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공시서·평가서 등 (PDF/이미지) — 등록 안 해도 공개 가능하나 권장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30352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5468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 템플릿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57607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본문 (KO 필수, EN/JA/ZH 권장) — 한 번 발행 시 immutable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주의: 정산통화·공급량 등 핵심값은 자산 생성 후 수정 불가 — 신중히 입력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자산 + 모금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토글 (is_public)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→ 공개 전환으로 유저에게 노출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(is_public = 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생성 직후 기본값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패널에만 표시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유저는 자산 목록·메인페이지에서 볼 수 없음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정비 (이미지·문서·계약서) 동안 사용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자유, 삭제 가능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(is_public = 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관리 → 공개 체크박스 ON → 저장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/api/markets API 응답에 포함됨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assets.html, markets.html, 메인페이지에 노출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모금 참여 가능 상태가 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상태에서 다시 비공개로 돌릴 수 있으나 권장 안 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1264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일반적으로: 등록 → 핵심정보 → 문서 → 계약서 → (검토) → 공개 ON 순서로 진행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자산 + 모금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모금 참여 (funding.html)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예치금 → 투자금 입력 → 전자계약 → 참여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예치 (선결)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예치 페이지에서 USDT 입금이 완료되어 있어야 모금 참여 가능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9535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투자금 입력 + 전자계약 작성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46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funding.html → 투자할 USDT 입력 → 전자계약서에 서명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9136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참여하기 버튼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참여하기 클릭 → 계약서 + 투자금이 등록됨 (관리자 서명 대기 상태)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487375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서명 후 반영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166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계약서에 서명 → 양측 서명 완료 → 모금액 누적 반영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669280"/>
            <a:ext cx="11338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833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변경/재참여 규칙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" y="6263640"/>
            <a:ext cx="108813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변경: 최종 참여 전이라면 계약서 다시 작성 → 기존 폐기 후 금액 재입력 → 계약 재작성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재참여: 한 번 참여 후에도 추가 모금 가능 (여러 번 반복)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자산 + 모금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 서명 (관리자)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양측 서명 완료 → 모금 반영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13385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서명 절차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전자계약 관리 → 서명 대기 목록 → 해당 계약서 열기 → 서명 완료 버튼 클릭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양측 서명이 완료되면 → 유저의 참여 자산이 모금액에 자동 반영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1188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764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진행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측: 포트폴리오에서 계약 상태 확인 가능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측: 전자계약 관리에서 서명 완료 표시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모금이 raised ≥ target에 도달 시 자동으로 BUYING 상태 전환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61188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7764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거절/취소 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2062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서명 안 하고 취소 → 유저 투자금 자동 환불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서명 완료된 후 취소 방법 = 모금 전체 취소만 가능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모금 전체 취소 시 모든 참여자 투자금 자동 환불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자산 + 모금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모금 완료 또는 취소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BUYING 전환 또는 FAILED/CANCELED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36576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모금 완료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200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raised_usdt ≥ target_usdt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 마감일 도달 후 충족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자동으로 BUYING 전환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유저 추가 참여 차단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관리자가 실제 부동산 매입 진행 (오프라인)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82880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993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모금 실패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3200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마감일까지 목표액 미달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cancel-funding API 호출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FAILED 상태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모든 유저 투자금 자동 환불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모금 자체가 무효 처리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3657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93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취소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423160"/>
            <a:ext cx="3200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BUYING 상태에서 취소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cancel-funding 실행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CANCELED 상태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모든 유저 투자금 자동 환불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분배가 시작된 후에는 취소 불가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분배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 토큰 발행과 유저 클레임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토큰 분배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 SPL 토큰 발행 (오프라인)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외부 도구로 발행 후 주소 입력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Solana CLI 또는 Spl-token-cli로 토큰 발행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spl-token create-token → spl-token mint &lt;MINT&gt; &lt;수량&gt; (수량 = 모금액과 동일)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토큰명 / 약어 / 메타데이터 설정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91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토큰명 = 자산명, 약어 = 자산 ID(예: RSD001), Decimals 보통 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패널에서 민트 주소 입력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97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관리 → 해당 자산 → 토큰 컨트랙트 주소 입력 + 저장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50109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분배 시작 버튼 (비가역)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BUYING 상태에서만 가능 → 클릭 → DISTRIBUTING 전환 → 유저 클레임 가능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897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주의: 분배 시작 비가역 — 토큰 민트 주소가 잘못되면 되돌릴 수 없음 (사전 검증 필수)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토큰 분배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토큰 클레임 (claim.html)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분배 시작 후 자기 몫 토큰 수령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클레임 공식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토큰 = (개인 투자액 / 총 모금액) × 총 발행 토큰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모금 100,000 USDT, 토큰 100,000개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투자 1,000 USDT → 1,000 토큰 클레임 가능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USDT = 1 Token 기준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클레임 후 가능한 작업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오더북에서 거래 (매수/매도)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스테이킹 풀에 예치 → 월 이자 수령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지갑으로 토큰 출금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지갑에서 다시 입금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시 토큰 → USDT 교환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+ 스테이킹 + AMM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오더북·이자 정산·자동 유동성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거래·스테이킹·AMM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오더북 거래 (trade.html)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↔ 유저 또는 유저 ↔ AMM 직접 매칭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 주문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토큰 + 가격 입력 → 매도 주문 등록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≤ 0.8 USDT → AMM 자동 매수 (시스템이 즉시 흡수)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&gt; 0.8 USDT → 일반 오더북에 등록 (다른 유저 매수 대기)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매수 주문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잔고 + 가격 입력 → 매수 주문 등록 (USDT escrow lock)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오더북에서 일치하는 매도 주문과 매칭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시 escrow 자동 환불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1338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11338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965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 정책 (자산별 설정 가능)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매수자: tradeUsdt × buyer_fee % 추가 지불 (기본 0.5%)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매도자: tradeUsdt × seller_fee % 차감 후 수령 (기본 0.5%)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AMM 시스템 본인은 수수료 0% (유저는 항상 정상 수수료 부과)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 수입은 회계 시스템에서 자동 집계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거래·스테이킹·AMM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스테이킹 이자 산출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정산통화 기준으로 월별 계산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정산통화 = USD 예시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지급통화: USDT (고정)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연이자율: 10%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투자액: 100 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월이자 계산: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0.1 = 10 USDT (연)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 = 0.83 USDT (월)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매월 0.83 USDT 수령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정산통화 = KRW 예시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지급통화: USDT (고정)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연이자율: 10%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투자액: 100 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모금 완료일 환율: 1,500 KRW/USDT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실투자금: 150,000 KRW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월이자: 150,000 × 0.1 / 12 = 1,250 KRW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지급일 환율: 2,000 KRW/USDT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환산: 1,250 / 2,000 ≈ 1.6 USDT (월)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거래·스테이킹·AMM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스테이킹 규칙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13~15일 스테이킹 필수, 14~16일 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받기 위한 조건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13일까지 스테이킹 풀에 예치 완료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13일~15일 사이 단 3일만 예치해도 OK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 입증을 위한 입장표명 + 이자 수령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락(Lock) 기간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14일 ~ 16일: 스테이킹/언스테이킹 모두 차단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기간 외에는 자유롭게 입출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락 기간 외에 토큰을 마켓에서 거래 가능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1338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113385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965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시나리오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13일: 스테이킹 풀에 예치 → 이자 권리 확보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14~16일: 락 기간 (정산 진행)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17일 이후: 언스테이킹 + 자유 거래 가능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달 13일: 다시 스테이킹 (반복)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거래·스테이킹·AMM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클레임 (월 15일 오픈)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스테이킹 잔고 기준 자동 산출 → 유저가 직접 클레임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관리자: APR 설정 (자산별)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스테이킹 설정 → 자산별 연이자율 입력 → 다음 달부터 적용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14~16일: 정산 락 기간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91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산출이 완료될 때까지 스테이킹/언스테이킹 차단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15일: 클레임 창구 오픈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97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유저가 staking.html 또는 claim 페이지에서 이자 받기 버튼 클릭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50109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잔고 자동 입금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산출된 이자가 유저 balance.usdt에 즉시 추가 → 출금/거래 가능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거래·스테이킹·AMM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AMM 자동 매수 (저가 보호)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유저가 ≤ 0.8 USDT로 매도 시 시스템이 즉시 흡수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원리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유저가 가격 ≤ 0.8 USDT 매도 → AMM 자동 트리거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platform_balance.usdt_balance 풀에서 USDT 지급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PLATFORM_AMM_ADDRESS가 토큰 보유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수수료: 유저 매도자 fee 정상 부과 / AMM 자체 fee 없음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매칭 + Fallthrough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풀이 충분: 전액 AMM 매칭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풀이 일부만 가능: 가능한 만큼 AMM, 나머지 오더북 등록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풀이 0: AMM 건너뛰고 전량 오더북 (에러 없음)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AMM 비활성: 모든 매도 → 오더북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1264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위치: 관리자 패널 → 환경설정 → AMM 유동성 관리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거래·스테이킹·AMM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AMM 토큰 재활용 매각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축적된 토큰을 다시 오더북에 매도 → 풀 자동 환원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 토큰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환경설정 → AMM 축적 토큰 섹션에서 자산별 보유 수량 + 오픈주문 잠금 표시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 주문 생성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91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선택 → 가격 (≥ 0.8 USDT 권장) + 수량 입력 → AMM 매도 주문 생성 클릭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유저가 해당 주문 매수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97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오더북에서 일반 매도 주문처럼 보임 → 유저 매수 시 자동 매칭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50109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 대금 → AMM 풀로 자동 환원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platform_balance.usdt_balance 자동 증가 → 다음 자동 매수 자금 확보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897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오픈 AMM 주문 1,000건 상한 / 모든 작업은 감사 로그에 기록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정산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매각 실행과 유저 USDT 교환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매각 정산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실행 (관리자, 비가역)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 Execute 클릭 시 자동 정리 작업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항목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매입원가 (actual_acquisition_cost)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매각금액 (sold_price)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매각세금 + 기타비용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환율 (Admin Manual FX)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실행일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 업로드 (회계사 확인서 등)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처리 (트랜잭션, 비가역)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vault_total_usdt 계산 + 저장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오픈 거래 주문 취소 + 에스크로 환불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스테이킹 자동 언스테이킹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매각월 이전 이자 정산 / 이후 이자 중단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status → SOLD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거래·스테이킹 영구 차단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매각 정산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정산 공식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 분배 + 손실 클램프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13385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project_net = 매각가 − (매각세금 + 기타비용)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investor_ratio = 모금원금 / 실제매입원가  (모금이 차지하는 비중)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investor_payout = max(0, project_net × investor_ratio)   ← 손실 시 0 클램프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vault_total_usdt = floor2(investor_payout / FX)   ← 유저 환원 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36576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0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매각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32004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200, 비용 30,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300, 모금 150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풀 202.5 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(원금 + 차익 52.5)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24612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324612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410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손실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840480"/>
            <a:ext cx="32004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200, 비용 30,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150, 모금 150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풀 90 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(원금 60 손실)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324612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3246120"/>
            <a:ext cx="3657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410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손실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3840480"/>
            <a:ext cx="32004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200, 비용 30,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20, 모금 150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풀 0 USDT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(교환 자체 차단)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매각 정산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USDT 교환 (sale-detail.html)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입금 → 영구 소각 → USDT 지급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페이지 접속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sale-detail.html → 매각 자산 정보 + 토큰당 단가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044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수량 입력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정수만 입력 가능 → 교환 버튼 클릭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096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영구 소각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유저의 holdings에서 토큰 차감 (블록체인 트랜잭션 없음, 장부 처리)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5148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USDT 자동 지급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440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balance.usdt 즉시 증가 → 출금/거래 가능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 실패 시나리오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vault = 0 → '정산 가능한 준비금이 없습니다.'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수량 &gt; vault 잔액 → '남은 정산 준비금을 초과합니다.'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수량 &gt; 보유 토큰 → '보유 토큰보다 많이 반환할 수 없습니다.'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미입력 → '토큰 입금 수량은 정수만 입력할 수 있습니다.'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누락 → '정산 환율을 확인할 수 없습니다.'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/ 보안 / 부가기능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· OTP/KYC · 다국어 · 다중지갑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운영·보안·부가기능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(FX) 및 환경설정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→ 환경설정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설정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통화: KRW, USD, KZT, PHP, GEL, IDR, VND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USDT = ? 통화 형식으로 입력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범위: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이자 지급 (월 정산)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매각 정산 (vault 계산)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사이트 표시 환산값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환율 페이지에서 자동 조회 가능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OTP / KYC 토글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시: BYPASS = ON (인증 건너뛰기)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프로덕션: 반드시 OFF (모든 유저 인증 필수)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파일과 관리자 패널 모두에서 설정 가능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 설정이 .env보다 우선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즉시 적용 (재시작 불필요)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운영·보안·부가기능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지원 (i18n)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4언어 + 관리자 2언어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페이지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(KO) — 기본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(EN)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일본어 (JA)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중국어 (ZH)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우상단 언어 드롭다운에서 전환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언어는 localStorage에 저장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패널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(KO) — 기본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(EN)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방식: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MutationObserver가 텍스트 노드 자동 번역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EXACT (전체 문장) + PARTS (부분어) 사전 사용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노드별 캐시로 성능 최적화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운영·보안·부가기능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지갑 지원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Phantom 외 5개 지갑 + Wallet Standard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Phantom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쓰이는 솔라나 지갑 (점유율 60%+)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Solflare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솔라나 공식 지갑, 모바일/웹/하드웨어 지원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5577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649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Backpack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xNFT 지원, 신규 인기 지갑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00400"/>
            <a:ext cx="5577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3649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3794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친화적 UI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72000"/>
            <a:ext cx="557784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365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Coin98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5166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다체인 지원 (솔라나 포함)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5720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5720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7365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Trust Wallet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6520" y="5166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Binance 계열 다체인 지갑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운영·보안·부가기능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로그 + 보안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AMM 작업 + 관리자 액션 추적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AMM 감사 로그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대상: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충전 / 회수 (delta, before, after)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AMM 활성화 / 비활성화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매도 주문 생성 / 취소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내용: 관리자명 · 시간 · IP · UserAgent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위치: 환경설정 → AMM 관리자 감사 로그 (최근 50건)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93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안전장치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출금 처리 지갑 = 입금 전용 지갑과 분리 권장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지갑 미일치 시 출금 거부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 입력 차단 (UI + API 양쪽)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트랜잭션 + FOR UPDATE 행 잠금 (동시성 보호)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Phantom/지갑 계정 변경 시 자동 로그아웃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매뉴얼 · v2026.04.25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6537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rwa6.kolstoken.com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추가 정보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822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42519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프로덕션: rwa6.kolstoken.com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관리자: rwa6.kolstoken.com/admin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버전: v2026.04.25.10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3657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822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42519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테스터 피드백 수집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최적화 진행 중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지갑 호환성 확장 예정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RECON RWA · Real-World Asset Tokenization on Solana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 RWA 운영 매뉴얼</dc:title>
  <dc:subject>PptxGenJS Presentation</dc:subject>
  <dc:creator>RECON RWA</dc:creator>
  <cp:lastModifiedBy>RECON RWA</cp:lastModifiedBy>
  <cp:revision>1</cp:revision>
  <dcterms:created xsi:type="dcterms:W3CDTF">2026-04-26T06:38:29Z</dcterms:created>
  <dcterms:modified xsi:type="dcterms:W3CDTF">2026-04-26T06:38:29Z</dcterms:modified>
</cp:coreProperties>
</file>